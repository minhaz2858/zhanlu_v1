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solidFill>
                  <a:srgbClr val="0F172A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solidFill>
                  <a:srgbClr val="0F172A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0F172A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0F172A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0F172A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0F172A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4748B"/>
      </a:dk2>
      <a:lt2>
        <a:srgbClr val="EEECE1"/>
      </a:lt2>
      <a:accent1>
        <a:srgbClr val="2563E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