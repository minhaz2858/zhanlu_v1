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solidFill>
                  <a:srgbClr val="F1F5F9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solidFill>
                  <a:srgbClr val="F1F5F9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F1F5F9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>
                <a:solidFill>
                  <a:srgbClr val="F1F5F9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>
                <a:solidFill>
                  <a:srgbClr val="F1F5F9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>
                <a:solidFill>
                  <a:srgbClr val="F1F5F9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94A3B8"/>
      </a:dk2>
      <a:lt2>
        <a:srgbClr val="EEECE1"/>
      </a:lt2>
      <a:accent1>
        <a:srgbClr val="60A5F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